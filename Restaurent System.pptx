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890E6A-B5D0-43A2-B714-97B6FDD3BCF5}">
  <a:tblStyle styleId="{DC890E6A-B5D0-43A2-B714-97B6FDD3BC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b651f1b1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dcb651f1b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cb651f1b1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cb651f1b1_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dcb651f1b1_1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cb651f1b1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cb651f1b1_1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dcb651f1b1_1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cb651f1b1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cb651f1b1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dcb651f1b1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cb651f1b1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cb651f1b1_1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dcb651f1b1_1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cb651f1b1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cb651f1b1_1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dcb651f1b1_1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cb651f1b1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cb651f1b1_1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dcb651f1b1_1_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cb651f1b1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cb651f1b1_1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dcb651f1b1_1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cb651f1b1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cb651f1b1_1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dcb651f1b1_1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cb651f1b1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cb651f1b1_1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dcb651f1b1_1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cb651f1b1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cb651f1b1_1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dcb651f1b1_1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cb651f1b1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cb651f1b1_1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dcb651f1b1_1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cb651f1b1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cb651f1b1_1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dcb651f1b1_1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cb651f1b1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cb651f1b1_1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dcb651f1b1_1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cb651f1b1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cb651f1b1_1_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dcb651f1b1_1_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cb651f1b1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cb651f1b1_1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dcb651f1b1_1_1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b651f1b1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cb651f1b1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dcb651f1b1_1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cb651f1b1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cb651f1b1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dcb651f1b1_1_1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cb651f1b1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cb651f1b1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dcb651f1b1_1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b651f1b1_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cb651f1b1_1_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dcb651f1b1_1_1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cb651f1b1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cb651f1b1_1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dcb651f1b1_1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b651f1b1_1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cb651f1b1_1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cb651f1b1_1_1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cb651f1b1_1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cb651f1b1_1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dcb651f1b1_1_1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cb651f1b1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cb651f1b1_1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dcb651f1b1_1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cb651f1b1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cb651f1b1_1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dcb651f1b1_1_1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cb651f1b1_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cb651f1b1_1_1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dcb651f1b1_1_1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cb651f1b1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cb651f1b1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dcb651f1b1_1_1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cb651f1b1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cb651f1b1_1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dcb651f1b1_1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cb651f1b1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cb651f1b1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dcb651f1b1_1_2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cb651f1b1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dcb651f1b1_1_2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dcb651f1b1_1_2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cb651f1b1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cb651f1b1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dcb651f1b1_1_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cb651f1b1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dcb651f1b1_1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3dcb651f1b1_1_2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cb651f1b1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cb651f1b1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dcb651f1b1_1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cb651f1b1_1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dcb651f1b1_1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dcb651f1b1_1_2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cb651f1b1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cb651f1b1_1_2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dcb651f1b1_1_2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cb651f1b1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dcb651f1b1_1_2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dcb651f1b1_1_2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cb651f1b1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dcb651f1b1_1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dcb651f1b1_1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cb651f1b1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cb651f1b1_1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dcb651f1b1_1_2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cb651f1b1_1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cb651f1b1_1_2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dcb651f1b1_1_2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cb651f1b1_1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dcb651f1b1_1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dcb651f1b1_1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cb651f1b1_1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dcb651f1b1_1_2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dcb651f1b1_1_2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cb651f1b1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cb651f1b1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dcb651f1b1_1_2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cb651f1b1_1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cb651f1b1_1_2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dcb651f1b1_1_2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cb651f1b1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cb651f1b1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dcb651f1b1_1_3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cb651f1b1_1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cb651f1b1_1_3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dcb651f1b1_1_3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cb651f1b1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cb651f1b1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dcb651f1b1_1_3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42774" y="95534"/>
            <a:ext cx="1190645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KESHAVJI BHARMAL SUMARIA COMMERCE &amp; NATARAJ PROFESSIONAL SCIENCES COLLEGE, VAPI</a:t>
            </a:r>
            <a:endParaRPr/>
          </a:p>
        </p:txBody>
      </p:sp>
      <p:pic>
        <p:nvPicPr>
          <p:cNvPr id="89" name="Google Shape;89;p13" descr="919825186832-13909550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2887" y="1304955"/>
            <a:ext cx="2486282" cy="248628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-142775" y="379123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Report on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2774" y="4499123"/>
            <a:ext cx="1190645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Restaurant Management System</a:t>
            </a:r>
            <a:endParaRPr lang="en-US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0" y="5207009"/>
            <a:ext cx="46029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 – Vipul Maurya / 75 – Adarsh Singh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885056" y="5376285"/>
            <a:ext cx="40891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Ms. Mayuri Patel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ctrTitle"/>
          </p:nvPr>
        </p:nvSpPr>
        <p:spPr>
          <a:xfrm>
            <a:off x="977704" y="2436590"/>
            <a:ext cx="10236591" cy="198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Restaurant Management System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ctrTitle"/>
          </p:nvPr>
        </p:nvSpPr>
        <p:spPr>
          <a:xfrm>
            <a:off x="389324" y="422029"/>
            <a:ext cx="3807600" cy="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1"/>
          </p:nvPr>
        </p:nvSpPr>
        <p:spPr>
          <a:xfrm>
            <a:off x="389325" y="1005900"/>
            <a:ext cx="11090700" cy="5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-139700" algn="just">
              <a:lnSpc>
                <a:spcPct val="100000"/>
              </a:lnSpc>
              <a:spcBef>
                <a:spcPts val="0"/>
              </a:spcBef>
              <a:buSzPts val="2200"/>
              <a:buFont typeface="Times New Roman"/>
              <a:buChar char="❖"/>
            </a:pPr>
            <a:r>
              <a:rPr lang="en-US" sz="2200" b="1" dirty="0">
                <a:latin typeface="Times New Roman"/>
                <a:cs typeface="Times New Roman"/>
              </a:rPr>
              <a:t> A Restaurant Management System Project </a:t>
            </a:r>
            <a:r>
              <a:rPr lang="en-US" sz="2200" dirty="0">
                <a:latin typeface="Times New Roman"/>
                <a:cs typeface="Times New Roman"/>
              </a:rPr>
              <a:t>focuses on simplifying and computerizing the operations of restaurants. The primary objective of an RMS is to properly organize and manage the menu and orders available in a restaurant, making it easier for management to carry out optimizing orders issue operations and create a user-friendly experience for customers.</a:t>
            </a:r>
          </a:p>
          <a:p>
            <a:pPr marL="0" indent="-139700" algn="just">
              <a:lnSpc>
                <a:spcPct val="100000"/>
              </a:lnSpc>
              <a:spcBef>
                <a:spcPts val="0"/>
              </a:spcBef>
              <a:buSzPts val="2200"/>
              <a:buFont typeface="Times New Roman"/>
              <a:buChar char="❖"/>
            </a:pPr>
            <a:endParaRPr lang="en-US" sz="900" dirty="0">
              <a:latin typeface="Times New Roman"/>
              <a:cs typeface="Times New Roman"/>
            </a:endParaRPr>
          </a:p>
          <a:p>
            <a:pPr marL="342900" lvl="0" indent="-342900" algn="l">
              <a:buFont typeface="Wingdings" panose="05000000000000000000" pitchFamily="2" charset="2"/>
              <a:buChar char="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Restaurant Management System Project records and maintains orders details so that it is easily accessible.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efficiently manages the menu details to ensure easy navigation, quick orders of information, and seamless interaction with the system.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manages food ordering effectively as well calculate fine based on time.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efficiently manages orders request for user.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generates daily reports that help the manager to track the system operations.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-139700" algn="just">
              <a:lnSpc>
                <a:spcPct val="100000"/>
              </a:lnSpc>
              <a:spcBef>
                <a:spcPts val="0"/>
              </a:spcBef>
              <a:buSzPts val="2200"/>
              <a:buFont typeface="Times New Roman"/>
              <a:buChar char="❖"/>
            </a:pPr>
            <a:endParaRPr lang="en-US" sz="2200" dirty="0">
              <a:latin typeface="Times New Roman"/>
              <a:cs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ts val="2200"/>
            </a:pPr>
            <a:endParaRPr lang="en-US"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ctrTitle"/>
          </p:nvPr>
        </p:nvSpPr>
        <p:spPr>
          <a:xfrm>
            <a:off x="1523999" y="211014"/>
            <a:ext cx="10306930" cy="75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USERS AND FUNCTIONALITIES</a:t>
            </a:r>
            <a:endParaRPr sz="3200"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1524000" y="1280150"/>
            <a:ext cx="10124100" cy="53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Educator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Register and login using authentication system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Manage personal profile details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Browse and search courses by keywords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 detailed course information before purchase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Purchase courses through payment integration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Access and view enrolled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Watch course lectures using video player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Track course progress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 and download certificates after completion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Add or remove courses from wishlist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Interact with AI-based chat system for assistance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Ask questions in the Q&amp;A section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View, edit, and delete their own questions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Post answers to questions and manage their answers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 announcements shared by educators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Access additional course resources such as files and links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Provide ratings and reviews for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ctrTitle"/>
          </p:nvPr>
        </p:nvSpPr>
        <p:spPr>
          <a:xfrm>
            <a:off x="1523999" y="211014"/>
            <a:ext cx="103068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USERS AND FUNCTIONALITIES</a:t>
            </a:r>
            <a:endParaRPr sz="3200"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type="subTitle" idx="1"/>
          </p:nvPr>
        </p:nvSpPr>
        <p:spPr>
          <a:xfrm>
            <a:off x="1524000" y="1280150"/>
            <a:ext cx="10124100" cy="53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Register and login using authentication system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Manage personal profile details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Create and publish new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Add course details including content, pricing, and thumbnails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Upload lectures and structure course content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 and manage their own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Monitor students enrolled in their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Share announcements related to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Assign tasks or updates to students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Upload and manage additional resources such as files and links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Guest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Browse available courses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Search courses by keywords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 course details including description and content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• View course ratings and reviews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ctrTitle"/>
          </p:nvPr>
        </p:nvSpPr>
        <p:spPr>
          <a:xfrm>
            <a:off x="1523999" y="211014"/>
            <a:ext cx="10124050" cy="75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PROFILE</a:t>
            </a:r>
            <a:endParaRPr sz="3200"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2" name="Google Shape;122;p18"/>
          <p:cNvGraphicFramePr/>
          <p:nvPr/>
        </p:nvGraphicFramePr>
        <p:xfrm>
          <a:off x="1730325" y="1477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{DC890E6A-B5D0-43A2-B714-97B6FDD3BCF5}</a:tableStyleId>
              </a:tblPr>
              <a:tblGrid>
                <a:gridCol w="37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Title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EDEMY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Type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 Application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Font End Technologies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 End Technologies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MongoDB, Node.js, Express.js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Duration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Months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Internal Guide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Pritesh Sir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Submitted By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Shubham Mohapatra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ctrTitle"/>
          </p:nvPr>
        </p:nvSpPr>
        <p:spPr>
          <a:xfrm>
            <a:off x="977704" y="2777587"/>
            <a:ext cx="10236591" cy="130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Times New Roman"/>
              <a:buNone/>
            </a:pPr>
            <a:r>
              <a:rPr lang="en-US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endParaRPr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ctrTitle"/>
          </p:nvPr>
        </p:nvSpPr>
        <p:spPr>
          <a:xfrm>
            <a:off x="468922" y="0"/>
            <a:ext cx="10124050" cy="75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0-LEVEL DFD</a:t>
            </a:r>
            <a:endParaRPr sz="3200"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925" y="1210525"/>
            <a:ext cx="640080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700" y="68500"/>
            <a:ext cx="4629225" cy="67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ctrTitle"/>
          </p:nvPr>
        </p:nvSpPr>
        <p:spPr>
          <a:xfrm>
            <a:off x="977704" y="2777587"/>
            <a:ext cx="10236591" cy="130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Times New Roman"/>
              <a:buNone/>
            </a:pPr>
            <a:r>
              <a:rPr lang="en-US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</a:t>
            </a:r>
            <a:endParaRPr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400" y="224913"/>
            <a:ext cx="9221201" cy="64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ctrTitle"/>
          </p:nvPr>
        </p:nvSpPr>
        <p:spPr>
          <a:xfrm>
            <a:off x="977704" y="2777587"/>
            <a:ext cx="10236591" cy="130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Times New Roman"/>
              <a:buNone/>
            </a:pPr>
            <a:r>
              <a:rPr lang="en-US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950" y="282175"/>
            <a:ext cx="6416100" cy="238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275" y="2815075"/>
            <a:ext cx="6267450" cy="38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00" y="88872"/>
            <a:ext cx="64008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600" y="4139900"/>
            <a:ext cx="640080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00" y="177475"/>
            <a:ext cx="6400800" cy="240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600" y="2652475"/>
            <a:ext cx="6400800" cy="17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5600" y="4605600"/>
            <a:ext cx="6400800" cy="204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00" y="72175"/>
            <a:ext cx="640080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600" y="2419350"/>
            <a:ext cx="64008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5600" y="4438650"/>
            <a:ext cx="64008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150" y="62150"/>
            <a:ext cx="6181725" cy="21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625" y="2305050"/>
            <a:ext cx="6200775" cy="24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6100" y="4722400"/>
            <a:ext cx="6219825" cy="20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ctrTitle"/>
          </p:nvPr>
        </p:nvSpPr>
        <p:spPr>
          <a:xfrm>
            <a:off x="977704" y="2777587"/>
            <a:ext cx="10236591" cy="130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Times New Roman"/>
              <a:buNone/>
            </a:pPr>
            <a:r>
              <a:rPr lang="en-US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29050" cy="64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20700" cy="61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955100" cy="62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99225" cy="62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074" cy="61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955100" cy="62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9125" cy="61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074" cy="61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19025" cy="61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97474" cy="62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916650" cy="62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82300" cy="61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69150" cy="61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39876" cy="61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97474" cy="62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9075" cy="61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99225" cy="62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99225" cy="62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49100" cy="61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38549" cy="65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9075" cy="61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78275" cy="6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919276" cy="62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9125" cy="61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9200" cy="62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82300" cy="61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1"/>
          <p:cNvSpPr txBox="1">
            <a:spLocks noGrp="1"/>
          </p:cNvSpPr>
          <p:nvPr>
            <p:ph type="ctrTitle"/>
          </p:nvPr>
        </p:nvSpPr>
        <p:spPr>
          <a:xfrm>
            <a:off x="1523999" y="211014"/>
            <a:ext cx="10124050" cy="75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3200" b="1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71"/>
          <p:cNvSpPr txBox="1">
            <a:spLocks noGrp="1"/>
          </p:cNvSpPr>
          <p:nvPr>
            <p:ph type="subTitle" idx="1"/>
          </p:nvPr>
        </p:nvSpPr>
        <p:spPr>
          <a:xfrm>
            <a:off x="1523999" y="1280160"/>
            <a:ext cx="10124050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Engine : </a:t>
            </a:r>
            <a:r>
              <a:rPr lang="en-US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Resources:</a:t>
            </a:r>
            <a:endParaRPr/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http://www.mongodb.com</a:t>
            </a:r>
            <a:endParaRPr/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http://www.nodejs.org</a:t>
            </a:r>
            <a:endParaRPr/>
          </a:p>
          <a:p>
            <a:pPr marL="8001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http://www.expressjs.com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http://www.react.dev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0100" marR="0" lvl="1" indent="-190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532</Words>
  <Application>Microsoft Office PowerPoint</Application>
  <PresentationFormat>Widescreen</PresentationFormat>
  <Paragraphs>126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Noto Sans Symbols</vt:lpstr>
      <vt:lpstr>Times New Roman</vt:lpstr>
      <vt:lpstr>Wingdings</vt:lpstr>
      <vt:lpstr>Office Theme</vt:lpstr>
      <vt:lpstr>PowerPoint Presentation</vt:lpstr>
      <vt:lpstr> Restaurant Management System</vt:lpstr>
      <vt:lpstr>INTRODUCTION</vt:lpstr>
      <vt:lpstr>PROJECT USERS AND FUNCTIONALITIES</vt:lpstr>
      <vt:lpstr>PROJECT USERS AND FUNCTIONALITIES</vt:lpstr>
      <vt:lpstr>PROJECT PROFILE</vt:lpstr>
      <vt:lpstr>DATA FLOW DIAGRAM</vt:lpstr>
      <vt:lpstr>0-LEVEL DFD</vt:lpstr>
      <vt:lpstr>PowerPoint Presentation</vt:lpstr>
      <vt:lpstr>ER DIAGRAM</vt:lpstr>
      <vt:lpstr>PowerPoint Presentation</vt:lpstr>
      <vt:lpstr>DATABASE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Smriti Maurya</cp:lastModifiedBy>
  <cp:revision>1</cp:revision>
  <dcterms:modified xsi:type="dcterms:W3CDTF">2026-09-01T14:40:16Z</dcterms:modified>
</cp:coreProperties>
</file>